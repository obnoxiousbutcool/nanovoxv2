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9C8B-5120-0D77-E1AB-C0E706E3C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EBC77-C4DE-C877-73B2-10B37F5DB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31F6E-7D35-5C7B-3DF3-0EBB7B2E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93531-4163-CF3F-CADA-5247659E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3C00F-B415-6CFA-EA3D-EE7C4E0E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1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6A05-14C9-9463-103D-D505993E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865C0-A3C4-AF12-57A9-A56E25A90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37677-3C54-C294-3A58-FEFC8EF1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9295C-8FE5-7715-EC4E-FD9BD88E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08EE-33EB-33B7-20BB-F3BE7D79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9FEA-1412-EFFF-7799-D4429081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468CA-D806-64C1-0FCD-01349B6C2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84249-8FD6-3EE2-13EA-B5C31106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E7FE-027D-54E4-6204-820FDD9AA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B77B9-0F72-154B-F488-9FAADC3E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37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DA39B-3455-7B73-F93D-F4460B44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A86FA-461A-AAAA-BEA0-3F7D6671D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BA403-7483-5E0A-C86C-E198E581F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2B139-BE61-2074-CF1E-007F632C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749C0-860B-B416-1BCA-C7CE023C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01BEA-1802-8C72-877E-EDC613F6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34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4550-3F91-0515-62DF-C2B34E27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DDAFE-0AB6-5AF7-471E-F46438B7D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F4A9A-4A2F-64CE-6F64-1A60E95ED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82FFE-9084-29C2-E88E-30D32853B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5AFB4-6115-9034-BBB6-AB363CEF8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FCA92-DDF8-2EEE-A5F6-8A73B543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BCE92-7A55-B0E3-EC96-BAB3FA4F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82DFA-9C8E-68F4-21A1-E67ED2CA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82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4C86-F2C4-5F66-E41A-95AD14D2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62A66-9C0A-F5D8-3E34-E6C4436C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E38E8-8DFB-A584-26FF-CC57CE1D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BD6A0-067A-2255-08E9-251F90AF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42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A2281-849C-EAB2-3683-E72D2BA5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C6C27-59D7-DC9F-8893-092CCB91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79AE9-CE5D-A451-367F-D10515DF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534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B728-A4C4-E198-E5AF-E950503FD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4297-BAB7-F9AC-4988-C470C195B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19955-0B8A-655E-5B18-3C632F68E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43C8E-7F15-D7A9-5DDC-DFE9670A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2BD8B-16A0-A0DA-7AD7-2B282ECB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F7899-DB68-5CC6-4C50-654D39FD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3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F388-E113-795D-5FB6-B26E2C85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8D16A-9DBF-B856-AD9D-C4F5F8F6A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68102-A0B0-2E74-0EAE-BDB483290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59DF3-40C0-BEB8-1049-385EF2B0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D62EE-8AF3-CA73-D702-B89E4C48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2E294-3D73-36FF-40E6-3DFFB6D4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6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E866-987A-841D-E86F-1DDD3728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073A6-BA15-C9D2-5AE0-49278AEAA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B339C-8965-873F-1CA8-49114EA2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5D78-45BF-181C-40B5-58611B52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17645-0ED5-74EA-CA18-BB83B20CE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B29703-5D6C-495C-7FEC-09AF09D5D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2B113-A378-A3AA-CAD5-EA4879DA2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2965-4906-3E92-9201-F71F6C610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A6A5B-CA78-E01D-7698-F6C08DED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75FE-2417-E6B1-B526-23CA33EA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6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59A439-1E5A-698D-998D-2D3B506F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6C0AB-C0DB-DF94-6DE5-E8CBB63FA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71616-F483-5DBB-24B0-A62F29721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B8F60-E31A-4C5D-805E-37E027CEA528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336F-F5C7-0877-2756-170D025D5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5294B-0717-7869-24C7-C2652B2CB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81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00017F-88E2-4A5E-37A4-C422BC456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632F-3702-746A-9714-118D1918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4553F-61E5-D15C-DEBF-371A9B9D6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3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5A58-C670-D03E-582A-855F3050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0A41BE-AEB9-F094-F421-C7E8DD664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0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46A15-307A-CA09-F4F3-0385D2FC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49E70-F894-E3DD-5D92-DBC03B4E0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21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5CE0-4225-86A9-5A98-0702720D0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A5345-CD8E-8FF1-08A1-1FE469EF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61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B988F-CA11-36C1-9A0F-388933AA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8B8B7C-FD29-627D-3EF8-0B18562EE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0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3CA1-1734-8806-40E1-B4D2E1FE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DF4B4-B5C8-8499-9196-09B381940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3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 Sambhaji Savant</dc:creator>
  <cp:lastModifiedBy>Ranjit Sambhaji Savant</cp:lastModifiedBy>
  <cp:revision>1</cp:revision>
  <dcterms:created xsi:type="dcterms:W3CDTF">2026-08-31T05:13:14Z</dcterms:created>
  <dcterms:modified xsi:type="dcterms:W3CDTF">2026-08-31T05:18:50Z</dcterms:modified>
</cp:coreProperties>
</file>