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02" autoAdjust="0"/>
    <p:restoredTop sz="94660"/>
  </p:normalViewPr>
  <p:slideViewPr>
    <p:cSldViewPr snapToGrid="0">
      <p:cViewPr varScale="1">
        <p:scale>
          <a:sx n="56" d="100"/>
          <a:sy n="56" d="100"/>
        </p:scale>
        <p:origin x="77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E9C8B-5120-0D77-E1AB-C0E706E3C4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EBC77-C4DE-C877-73B2-10B37F5DB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31F6E-7D35-5C7B-3DF3-0EBB7B2E0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93531-4163-CF3F-CADA-5247659ED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3C00F-B415-6CFA-EA3D-EE7C4E0EC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9517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F6A05-14C9-9463-103D-D505993E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865C0-A3C4-AF12-57A9-A56E25A90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37677-3C54-C294-3A58-FEFC8EF1A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9295C-8FE5-7715-EC4E-FD9BD88E5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08EE-33EB-33B7-20BB-F3BE7D797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451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99FEA-1412-EFFF-7799-D4429081D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468CA-D806-64C1-0FCD-01349B6C2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84249-8FD6-3EE2-13EA-B5C311064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4E7FE-027D-54E4-6204-820FDD9AA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B77B9-0F72-154B-F488-9FAADC3EE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374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DA39B-3455-7B73-F93D-F4460B449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A86FA-461A-AAAA-BEA0-3F7D6671D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BA403-7483-5E0A-C86C-E198E581F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12B139-BE61-2074-CF1E-007F632C7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749C0-860B-B416-1BCA-C7CE023C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01BEA-1802-8C72-877E-EDC613F62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34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04550-3F91-0515-62DF-C2B34E273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DAFE-0AB6-5AF7-471E-F46438B7D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2F4A9A-4A2F-64CE-6F64-1A60E95E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82FFE-9084-29C2-E88E-30D32853B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15AFB4-6115-9034-BBB6-AB363CEF8A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DFCA92-DDF8-2EEE-A5F6-8A73B5434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2BCE92-7A55-B0E3-EC96-BAB3FA4FC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682DFA-9C8E-68F4-21A1-E67ED2CA7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823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4C86-F2C4-5F66-E41A-95AD14D2F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262A66-9C0A-F5D8-3E34-E6C4436C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AE38E8-8DFB-A584-26FF-CC57CE1DC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4BD6A0-067A-2255-08E9-251F90AF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423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C4A2281-849C-EAB2-3683-E72D2BA5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C6C27-59D7-DC9F-8893-092CCB915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D79AE9-CE5D-A451-367F-D10515DFA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534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B728-A4C4-E198-E5AF-E950503FD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44297-BAB7-F9AC-4988-C470C195B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19955-0B8A-655E-5B18-3C632F68E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943C8E-7F15-D7A9-5DDC-DFE9670AF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2BD8B-16A0-A0DA-7AD7-2B282ECB9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F7899-DB68-5CC6-4C50-654D39FDE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31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F388-E113-795D-5FB6-B26E2C851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8D16A-9DBF-B856-AD9D-C4F5F8F6A3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68102-A0B0-2E74-0EAE-BDB483290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959DF3-40C0-BEB8-1049-385EF2B00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AD62EE-8AF3-CA73-D702-B89E4C489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D2E294-3D73-36FF-40E6-3DFFB6D43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706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9E866-987A-841D-E86F-1DDD37289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C073A6-BA15-C9D2-5AE0-49278AEAAF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0B339C-8965-873F-1CA8-49114EA2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35D78-45BF-181C-40B5-58611B52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217645-0ED5-74EA-CA18-BB83B20CE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B29703-5D6C-495C-7FEC-09AF09D5D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72B113-A378-A3AA-CAD5-EA4879DA2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2965-4906-3E92-9201-F71F6C610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A6A5B-CA78-E01D-7698-F6C08DEDE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EE75FE-2417-E6B1-B526-23CA33EA1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6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9A439-1E5A-698D-998D-2D3B506FC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6C0AB-C0DB-DF94-6DE5-E8CBB63FA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71616-F483-5DBB-24B0-A62F297217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B8F60-E31A-4C5D-805E-37E027CEA528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3336F-F5C7-0877-2756-170D025D5D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5294B-0717-7869-24C7-C2652B2CB2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FCB72-C5B4-4423-B80F-D9338E13B5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819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00AC83-4B2E-1828-F411-B1072B10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3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632F-3702-746A-9714-118D19188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EEB0D0-1E8E-6C84-C9A5-FA5DEA5D6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34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25A58-C670-D03E-582A-855F3050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BC359E-B63B-8B57-98C0-7F96A06C6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801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46A15-307A-CA09-F4F3-0385D2FCD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D218A5-E1BA-0429-AEB1-34ED2AA3D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821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65CE0-4225-86A9-5A98-0702720D0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1AFA19-B25E-B482-DDBD-15D9BA04E4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261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B988F-CA11-36C1-9A0F-388933AA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D5295-41A6-310C-E9C7-7A5996389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202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3CA1-1734-8806-40E1-B4D2E1FEA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DCDCAF-9B59-5E50-FFC0-B14DDDFC7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36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830A0C-19C4-8E33-B6FA-5C84EC2EA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E400FB-B05F-740B-77A9-0CBF3004B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934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3EE54-78E0-A711-778D-2C1F7CB1D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442D11-4925-911C-B3E0-4EBAE35D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3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2EE84-BE03-AA4F-7BAF-9E62DF41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B6EE0C-811C-2B37-7709-D5FAD1080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88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BBBBB-6CE9-4F36-A542-DD7829284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343A6A-83A8-BCD3-EFFB-EB1A6A9B7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071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 Sambhaji Savant</dc:creator>
  <cp:lastModifiedBy>Ranjit Sambhaji Savant</cp:lastModifiedBy>
  <cp:revision>2</cp:revision>
  <dcterms:created xsi:type="dcterms:W3CDTF">2026-08-31T05:13:14Z</dcterms:created>
  <dcterms:modified xsi:type="dcterms:W3CDTF">2026-09-04T13:02:51Z</dcterms:modified>
</cp:coreProperties>
</file>